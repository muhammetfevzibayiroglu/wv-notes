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/>
            </a:pPr>
            <a:r>
              <a:t>Project Improvements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2400"/>
            </a:pPr>
            <a:r>
              <a:t>Record Management Abilities</a:t>
            </a:r>
          </a:p>
          <a:p>
            <a:pPr lvl="1">
              <a:defRPr sz="1800"/>
            </a:pPr>
            <a:r>
              <a:t>- Implemented record renaming and deletion functionality.</a:t>
            </a:r>
          </a:p>
          <a:p>
            <a:pPr lvl="1">
              <a:defRPr sz="1800"/>
            </a:pPr>
            <a:r>
              <a:t>- Added batch deletion support in selection mode.</a:t>
            </a:r>
          </a:p>
          <a:p>
            <a:pPr>
              <a:defRPr b="1" sz="2400"/>
            </a:pPr>
            <a:r>
              <a:t>Player Control Improvements</a:t>
            </a:r>
          </a:p>
          <a:p>
            <a:pPr lvl="1">
              <a:defRPr sz="1800"/>
            </a:pPr>
            <a:r>
              <a:t>- Refined UI by showing only elapsed time for better clarity.</a:t>
            </a:r>
          </a:p>
          <a:p>
            <a:pPr lvl="1">
              <a:defRPr sz="1800"/>
            </a:pPr>
            <a:r>
              <a:t>- Improved seeking and playback speed controls.</a:t>
            </a:r>
          </a:p>
          <a:p>
            <a:pPr>
              <a:defRPr b="1" sz="2400"/>
            </a:pPr>
            <a:r>
              <a:t>Audio Recording Improvements</a:t>
            </a:r>
          </a:p>
          <a:p>
            <a:pPr lvl="1">
              <a:defRPr sz="1800"/>
            </a:pPr>
            <a:r>
              <a:t>- Optimized recording quality selection UI with reduced font and menu sizes.</a:t>
            </a:r>
          </a:p>
          <a:p>
            <a:pPr lvl="1">
              <a:defRPr sz="1800"/>
            </a:pPr>
            <a:r>
              <a:t>- Fixed duration formatting to ensure consistent 2-digit seconds display.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