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WVNotes Improvements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Enhancements for Audio Player, Recorder, and Watch UI</a:t>
            </a:r>
          </a:p>
          <a:p>
            <a:r>
              <a:t>By Jules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Player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&amp; User-Friendly Controls</a:t>
            </a:r>
          </a:p>
          <a:p>
            <a:pPr lvl="1"/>
            <a:r>
              <a:t>Reactive progress slider (Slider) for precise seeking</a:t>
            </a:r>
          </a:p>
          <a:p>
            <a:pPr lvl="1"/>
            <a:r>
              <a:t>Real-time current time and remaining time displays</a:t>
            </a:r>
          </a:p>
          <a:p>
            <a:pPr lvl="1"/>
            <a:r>
              <a:t>10s skip buttons (backward/forward) for quick navigation</a:t>
            </a:r>
          </a:p>
          <a:p>
            <a:pPr lvl="1"/>
            <a:r>
              <a:t>Playback speed selector (0.5x, 1.0x, 2.0x)</a:t>
            </a:r>
          </a:p>
          <a:p>
            <a:pPr lvl="1"/>
            <a:r>
              <a:t>Auto-play next record logic in Notes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 Recorder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Recording Features</a:t>
            </a:r>
          </a:p>
          <a:p>
            <a:pPr lvl="1"/>
            <a:r>
              <a:t>Added Pause and Resume functionality during recording</a:t>
            </a:r>
          </a:p>
          <a:p>
            <a:pPr lvl="1"/>
            <a:r>
              <a:t>Configurable Quality settings (Low, Average, High)</a:t>
            </a:r>
          </a:p>
          <a:p>
            <a:pPr lvl="1"/>
            <a:r>
              <a:t>Optional maximum record time limit (seconds)</a:t>
            </a:r>
          </a:p>
          <a:p>
            <a:pPr lvl="1"/>
            <a:r>
              <a:t>Real-time elapsed time 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 UI/UX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for Small Screen Real Estate</a:t>
            </a:r>
          </a:p>
          <a:p>
            <a:pPr lvl="1"/>
            <a:r>
              <a:t>Reduced component widths (e.g., 60% for player) to avoid bezel clipping</a:t>
            </a:r>
          </a:p>
          <a:p>
            <a:pPr lvl="1"/>
            <a:r>
              <a:t>Vertically centered layouts for circular watch faces</a:t>
            </a:r>
          </a:p>
          <a:p>
            <a:pPr lvl="1"/>
            <a:r>
              <a:t>Integrated HarmonyOS system symbol glyphs for clarity</a:t>
            </a:r>
          </a:p>
          <a:p>
            <a:pPr lvl="1"/>
            <a:r>
              <a:t>Optimized font sizes (10-12fp) for wearable display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List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Record Management</a:t>
            </a:r>
          </a:p>
          <a:p>
            <a:pPr lvl="1"/>
            <a:r>
              <a:t>Human-readable file size display (B, KB, MB)</a:t>
            </a:r>
          </a:p>
          <a:p>
            <a:pPr lvl="1"/>
            <a:r>
              <a:t>24-hour date/time formatting for record names</a:t>
            </a:r>
          </a:p>
          <a:p>
            <a:pPr lvl="1"/>
            <a:r>
              <a:t>Multi-selection mode via LongPress gesture</a:t>
            </a:r>
          </a:p>
          <a:p>
            <a:pPr lvl="1"/>
            <a:r>
              <a:t>Batch delete and single-record rename in selection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Stability and Reactivity</a:t>
            </a:r>
          </a:p>
          <a:p>
            <a:pPr lvl="1"/>
            <a:r>
              <a:t>Fixed ArkUI reactivity using @Observed and @ObjectLink</a:t>
            </a:r>
          </a:p>
          <a:p>
            <a:pPr lvl="1"/>
            <a:r>
              <a:t>Optimized seeking with media.SeekMode.SEEK_PREV_SYNC</a:t>
            </a:r>
          </a:p>
          <a:p>
            <a:pPr lvl="1"/>
            <a:r>
              <a:t>Asynchronous duration fetching using AVMetadataExtractor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