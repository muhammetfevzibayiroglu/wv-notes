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VoiceNotes App Enhancements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Features and Watch Optimization</a:t>
            </a:r>
          </a:p>
          <a:p>
            <a:r>
              <a:t>Documented by Jules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comprehensive update to the VoiceNotes application on HarmonyOS.</a:t>
            </a:r>
          </a:p>
          <a:p>
            <a:r>
              <a:t>Focus: User Experience, Playback Control, and Watch Screen Optimization.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Audio Player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Interactive Progress Bar (Slider) for navigation.</a:t>
            </a:r>
          </a:p>
          <a:p>
            <a:pPr/>
            <a:r>
              <a:t>Real-time Current and Remaining time displays.</a:t>
            </a:r>
          </a:p>
          <a:p>
            <a:pPr/>
            <a:r>
              <a:t>10-second Skip Back and Skip Forward buttons.</a:t>
            </a:r>
          </a:p>
          <a:p>
            <a:pPr/>
            <a:r>
              <a:t>Variable Playback Speed: 0.5x, 1x, 2x.</a:t>
            </a:r>
          </a:p>
          <a:p>
            <a:pPr/>
            <a:r>
              <a:t>Auto-play: Seamlessly starts the next track on completion.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Audio Recorder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Pause and Resume support during recording sessions.</a:t>
            </a:r>
          </a:p>
          <a:p>
            <a:pPr/>
            <a:r>
              <a:t>Configurable Audio Quality: Low, Average, High.</a:t>
            </a:r>
          </a:p>
          <a:p>
            <a:pPr/>
            <a:r>
              <a:t>Adjustable Max Recording Time Limit with auto-save.</a:t>
            </a:r>
          </a:p>
          <a:p>
            <a:pPr/>
            <a:r>
              <a:t>Live Elapsed Time counter during recording.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Watch UI/UX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Vertical Centering: Elements placed at center height to avoid edge clipping.</a:t>
            </a:r>
          </a:p>
          <a:p>
            <a:pPr/>
            <a:r>
              <a:t>Layout Refinement: 60% width for player controls to clear system close buttons.</a:t>
            </a:r>
          </a:p>
          <a:p>
            <a:pPr/>
            <a:r>
              <a:t>Sizing: Reduced record button size to 25% for better screen space utilization.</a:t>
            </a:r>
          </a:p>
          <a:p>
            <a:pPr/>
            <a:r>
              <a:t>Typography: Smaller font sizes (10-12fp) for wearable legibility.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ArkUI Reactivity: Implemented @Observed and @ObjectLink for real-time UI updates.</a:t>
            </a:r>
          </a:p>
          <a:p>
            <a:pPr/>
            <a:r>
              <a:t>MediaKit: Advanced AVPlayer/AVRecorder integration with custom callbacks.</a:t>
            </a:r>
          </a:p>
          <a:p>
            <a:pPr/>
            <a:r>
              <a:t>Performance: Optimized seeking using SEEK_PREV_SYNC mode.</a:t>
            </a:r>
          </a:p>
          <a:p>
            <a:pPr/>
            <a:r>
              <a:t>Assets: Integrated native HarmonyOS system symbols for playback controls.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